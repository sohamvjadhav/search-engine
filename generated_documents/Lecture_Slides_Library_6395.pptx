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Lecture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Library</a:t>
            </a:r>
          </a:p>
          <a:p>
            <a:r>
              <a:t>Presented by: Tanmayi Saini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Matrix World-Class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Ipsum repellendus consequatur excepturi atque necessitatibus sit dicta.</a:t>
            </a:r>
          </a:p>
          <a:p>
            <a:pPr lvl="1"/>
            <a:r>
              <a:t>Voluptate necessitatibus cupiditate perferendis.</a:t>
            </a:r>
          </a:p>
          <a:p>
            <a:pPr lvl="2"/>
            <a:r>
              <a:t>Quod voluptatibus officiis delectus blanditiis.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Engineer Customized Niches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Repellendus architecto expedita quisquam harum quo corporis.</a:t>
            </a:r>
          </a:p>
          <a:p>
            <a:pPr lvl="1"/>
            <a:r>
              <a:t>Fuga excepturi vero inventore eveniet.</a:t>
            </a:r>
          </a:p>
          <a:p>
            <a:pPr lvl="2"/>
            <a:r>
              <a:t>Architecto temporibus eaque ut nemo vero.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Facilitate Transparent Infrastructures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 quibusdam adipisci architecto cupiditate.</a:t>
            </a:r>
          </a:p>
          <a:p>
            <a:pPr lvl="1"/>
            <a:r>
              <a:t>Quam aperiam quo omnis.</a:t>
            </a:r>
          </a:p>
          <a:p>
            <a:pPr lvl="2"/>
            <a:r>
              <a:t>Cupiditate ad error occaecati.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