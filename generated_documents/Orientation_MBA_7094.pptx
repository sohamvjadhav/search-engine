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MBA</a:t>
            </a:r>
          </a:p>
          <a:p>
            <a:r>
              <a:t>Presented by: Teerth Raja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Revolutionize Out-Of-The-Box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Officia molestiae eum labore itaque quaerat temporibus.</a:t>
            </a:r>
          </a:p>
          <a:p>
            <a:pPr lvl="1"/>
            <a:r>
              <a:t>Excepturi a ea blanditiis eum blanditiis explicabo.</a:t>
            </a:r>
          </a:p>
          <a:p>
            <a:pPr lvl="2"/>
            <a:r>
              <a:t>Fuga ea corporis nam ratione magnam dolorum alias.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Iterate Viral 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Voluptatem quaerat officiis.</a:t>
            </a:r>
          </a:p>
          <a:p>
            <a:pPr lvl="1"/>
            <a:r>
              <a:t>Maiores voluptatum doloremque laboriosam quisquam.</a:t>
            </a:r>
          </a:p>
          <a:p>
            <a:pPr lvl="2"/>
            <a:r>
              <a:t>Neque ex ea reprehenderit.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Exploit Strategic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Corrupti suscipit illo laborum.</a:t>
            </a:r>
          </a:p>
          <a:p>
            <a:pPr lvl="1"/>
            <a:r>
              <a:t>Ab vero et animi repudiandae.</a:t>
            </a:r>
          </a:p>
          <a:p>
            <a:pPr lvl="2"/>
            <a:r>
              <a:t>Beatae harum et ipsam cum natus.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