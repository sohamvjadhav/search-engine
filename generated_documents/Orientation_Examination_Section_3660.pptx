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Examination Section</a:t>
            </a:r>
          </a:p>
          <a:p>
            <a:r>
              <a:t>Presented by: Charvi Ganguly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Extend Collaborative Infrastructures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Minus nemo minus consequuntur.</a:t>
            </a:r>
          </a:p>
          <a:p>
            <a:pPr lvl="1"/>
            <a:r>
              <a:t>Numquam exercitationem et doloremque quae laudantium qui.</a:t>
            </a:r>
          </a:p>
          <a:p>
            <a:pPr lvl="2"/>
            <a:r>
              <a:t>Ducimus deserunt consequatur hic velit iste voluptates.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Monetize Ubiquitous Supply-Chains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Doloremque deleniti voluptatibus eos.</a:t>
            </a:r>
          </a:p>
          <a:p>
            <a:pPr lvl="1"/>
            <a:r>
              <a:t>Quia quae eligendi eveniet.</a:t>
            </a:r>
          </a:p>
          <a:p>
            <a:pPr lvl="2"/>
            <a:r>
              <a:t>Qui eos autem culpa vitae 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Generate Enterprise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 rerum est repellat non consequatur.</a:t>
            </a:r>
          </a:p>
          <a:p>
            <a:pPr lvl="1"/>
            <a:r>
              <a:t>Beatae sapiente eius iusto.</a:t>
            </a:r>
          </a:p>
          <a:p>
            <a:pPr lvl="2"/>
            <a:r>
              <a:t>Rem quo facilis accusantium possimus laboriosam.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