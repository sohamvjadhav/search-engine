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Orientation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Samarth Group of Institutions College of Engineering</a:t>
            </a:r>
          </a:p>
          <a:p>
            <a:r>
              <a:t>Accounts Section</a:t>
            </a:r>
          </a:p>
          <a:p>
            <a:r>
              <a:t>Presented by: Samaksh Kunda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1: Cultivate 24/7 Convergence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Rerum a reiciendis odit accusantium.</a:t>
            </a:r>
          </a:p>
          <a:p>
            <a:pPr lvl="1"/>
            <a:r>
              <a:t>Quis exercitationem earum debitis vitae delectus quo.</a:t>
            </a:r>
          </a:p>
          <a:p>
            <a:pPr lvl="2"/>
            <a:r>
              <a:t>Animi esse error quas eos neque.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2: Syndicate Next-Generation E-Markets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Minima illo repellendus unde neque.</a:t>
            </a:r>
          </a:p>
          <a:p>
            <a:pPr lvl="1"/>
            <a:r>
              <a:t>Voluptatem numquam omnis distinctio dolor.</a:t>
            </a:r>
          </a:p>
          <a:p>
            <a:pPr lvl="2"/>
            <a:r>
              <a:t>Earum iusto iure.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3: Innovate Virtual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Deserunt aspernatur corporis.</a:t>
            </a:r>
          </a:p>
          <a:p>
            <a:pPr lvl="1"/>
            <a:r>
              <a:t>Cumque voluptate sunt fuga blanditiis aliquid.</a:t>
            </a:r>
          </a:p>
          <a:p>
            <a:pPr lvl="2"/>
            <a:r>
              <a:t>Possimus ipsum placeat dolore quos ipsum eligendi.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