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Samarth Group of Institutions College of Engineering</a:t>
            </a:r>
          </a:p>
          <a:p>
            <a:r>
              <a:t>Student Section</a:t>
            </a:r>
          </a:p>
          <a:p>
            <a:r>
              <a:t>Presented by: Karan Gour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1: Target Real-Time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Repellendus similique maxime quam repudiandae nulla.</a:t>
            </a:r>
          </a:p>
          <a:p>
            <a:pPr lvl="1"/>
            <a:r>
              <a:t>Delectus earum voluptatibus.</a:t>
            </a:r>
          </a:p>
          <a:p>
            <a:pPr lvl="2"/>
            <a:r>
              <a:t>Quos rem qui odit.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2: Grow User-Centric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Iste dolorem debitis perferendis fugiat.</a:t>
            </a:r>
          </a:p>
          <a:p>
            <a:pPr lvl="1"/>
            <a:r>
              <a:t>Mollitia necessitatibus qui minima illum officiis.</a:t>
            </a:r>
          </a:p>
          <a:p>
            <a:pPr lvl="2"/>
            <a:r>
              <a:t>Aspernatur odit accusantium assumenda ratione quia sapiente.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3: Unleash Synergistic Action-Items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Laborum inventore iusto non earum accusantium dolorem.</a:t>
            </a:r>
          </a:p>
          <a:p>
            <a:pPr lvl="1"/>
            <a:r>
              <a:t>Expedita nihil sit quidem saepe sapiente minima.</a:t>
            </a:r>
          </a:p>
          <a:p>
            <a:pPr lvl="2"/>
            <a:r>
              <a:t>Minima veritatis cupiditate libero laboriosam architecto.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