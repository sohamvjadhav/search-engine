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Dept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Samarth Group of Institutions College of Engineering</a:t>
            </a:r>
          </a:p>
          <a:p>
            <a:r>
              <a:t>Artificial Intelligence &amp; Data Science</a:t>
            </a:r>
          </a:p>
          <a:p>
            <a:r>
              <a:t>Presented by: Dominic Swaminathan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 1: Maximize Open-Source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Dolorem similique optio labore cum.</a:t>
            </a:r>
          </a:p>
          <a:p>
            <a:pPr lvl="1"/>
            <a:r>
              <a:t>Culpa qui delectus rem aut occaecati.</a:t>
            </a:r>
          </a:p>
          <a:p>
            <a:pPr lvl="2"/>
            <a:r>
              <a:t>Excepturi nisi soluta excepturi molestias modi.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 2: Exploit End-To-End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Vitae quibusdam rem reiciendis.</a:t>
            </a:r>
          </a:p>
          <a:p>
            <a:pPr lvl="1"/>
            <a:r>
              <a:t>Eius dolorum blanditiis deserunt alias dolores nulla.</a:t>
            </a:r>
          </a:p>
          <a:p>
            <a:pPr lvl="2"/>
            <a:r>
              <a:t>Delectus debitis nulla qui distinctio rem non.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 3: Utilize User-Centric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Amet rem non necessitatibus nulla animi.</a:t>
            </a:r>
          </a:p>
          <a:p>
            <a:pPr lvl="1"/>
            <a:r>
              <a:t>Libero illum ut mollitia aliquam aut.</a:t>
            </a:r>
          </a:p>
          <a:p>
            <a:pPr lvl="2"/>
            <a:r>
              <a:t>Quae suscipit quaerat omnis amet nemo necessitatibus.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