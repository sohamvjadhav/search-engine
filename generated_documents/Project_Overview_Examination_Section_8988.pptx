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Examination Section</a:t>
            </a:r>
          </a:p>
          <a:p>
            <a:r>
              <a:t>Presented by: Ojasvi Ramachandran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Facilitate Global E-Markets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Magnam placeat dicta numquam laborum.</a:t>
            </a:r>
          </a:p>
          <a:p>
            <a:pPr lvl="1"/>
            <a:r>
              <a:t>Eaque aspernatur est ipsam modi quibusdam sit.</a:t>
            </a:r>
          </a:p>
          <a:p>
            <a:pPr lvl="2"/>
            <a:r>
              <a:t>Molestiae quod facere laboriosam fuga tenetur quisquam.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Re-Intermediate Dot-Com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Alias eveniet incidunt pariatur aut facilis voluptatem.</a:t>
            </a:r>
          </a:p>
          <a:p>
            <a:pPr lvl="1"/>
            <a:r>
              <a:t>Impedit est perspiciatis.</a:t>
            </a:r>
          </a:p>
          <a:p>
            <a:pPr lvl="2"/>
            <a:r>
              <a:t>Voluptas ipsum aspernatur eaque doloremque.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Aggregate Granular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Dignissimos aperiam a animi earum similique.</a:t>
            </a:r>
          </a:p>
          <a:p>
            <a:pPr lvl="1"/>
            <a:r>
              <a:t>Culpa dolorem quam ad quia molestiae.</a:t>
            </a:r>
          </a:p>
          <a:p>
            <a:pPr lvl="2"/>
            <a:r>
              <a:t>Possimus assumenda commodi nihil.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