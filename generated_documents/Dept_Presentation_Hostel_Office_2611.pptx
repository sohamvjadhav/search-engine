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Dept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Hostel Office</a:t>
            </a:r>
          </a:p>
          <a:p>
            <a:r>
              <a:t>Presented by: Ati Setty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Syndicate Holistic Bandwidth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Veniam explicabo perspiciatis dolor eveniet blanditiis.</a:t>
            </a:r>
          </a:p>
          <a:p>
            <a:pPr lvl="1"/>
            <a:r>
              <a:t>Repellendus id sed laudantium labore sint.</a:t>
            </a:r>
          </a:p>
          <a:p>
            <a:pPr lvl="2"/>
            <a:r>
              <a:t>Similique illum aut deserunt dolor.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Integrate Mission-Critical Infrastructures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 saepe perferendis eveniet natus placeat eos aut.</a:t>
            </a:r>
          </a:p>
          <a:p>
            <a:pPr lvl="1"/>
            <a:r>
              <a:t>Dolor quod iste.</a:t>
            </a:r>
          </a:p>
          <a:p>
            <a:pPr lvl="2"/>
            <a:r>
              <a:t>Ducimus voluptas aperiam iste velit aliquid autem.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Whiteboard Bleeding-Edge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 ipsa magni velit cum delectus facilis.</a:t>
            </a:r>
          </a:p>
          <a:p>
            <a:pPr lvl="1"/>
            <a:r>
              <a:t>Alias aut eius blanditiis dolore omnis repudiandae sequi.</a:t>
            </a:r>
          </a:p>
          <a:p>
            <a:pPr lvl="2"/>
            <a:r>
              <a:t>Voluptatibus maxime cumque voluptatem unde possimus doloremque doloribus.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