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Dept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Accounts Section</a:t>
            </a:r>
          </a:p>
          <a:p>
            <a:r>
              <a:t>Presented by: Naksh Rajan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Productize Next-Generation Methodologies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Eaque explicabo ipsum harum.</a:t>
            </a:r>
          </a:p>
          <a:p>
            <a:pPr lvl="1"/>
            <a:r>
              <a:t>Eaque dicta totam ratione voluptates.</a:t>
            </a:r>
          </a:p>
          <a:p>
            <a:pPr lvl="2"/>
            <a:r>
              <a:t>Natus laudantium blanditiis saepe dolor sequi.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Extend Web-Enabled Partnerships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Itaque quibusdam sapiente odio vel molestiae.</a:t>
            </a:r>
          </a:p>
          <a:p>
            <a:pPr lvl="1"/>
            <a:r>
              <a:t>Similique culpa laboriosam inventore dolor quaerat.</a:t>
            </a:r>
          </a:p>
          <a:p>
            <a:pPr lvl="2"/>
            <a:r>
              <a:t>Natus ullam iure quibusdam doloribus quasi aperiam.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Seize Cross-Platform Paradigms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Aliquam illo optio nobis enim.</a:t>
            </a:r>
          </a:p>
          <a:p>
            <a:pPr lvl="1"/>
            <a:r>
              <a:t>Quas tempore consequuntur magni occaecati autem recusandae modi.</a:t>
            </a:r>
          </a:p>
          <a:p>
            <a:pPr lvl="2"/>
            <a:r>
              <a:t>Id iusto quam facere voluptatibus in laborum.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