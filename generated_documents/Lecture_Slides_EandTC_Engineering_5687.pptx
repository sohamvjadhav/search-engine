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E&amp;TC Engineering</a:t>
            </a:r>
          </a:p>
          <a:p>
            <a:r>
              <a:t>Presented by: Yashvi Bora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Reinvent Frictionless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Rerum ipsum labore fugit distinctio.</a:t>
            </a:r>
          </a:p>
          <a:p>
            <a:pPr lvl="1"/>
            <a:r>
              <a:t>Et accusamus cum dolorem.</a:t>
            </a:r>
          </a:p>
          <a:p>
            <a:pPr lvl="2"/>
            <a:r>
              <a:t>Facere fugit eligendi dolores error quidem omnis.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Extend Scalable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Similique quia reprehenderit.</a:t>
            </a:r>
          </a:p>
          <a:p>
            <a:pPr lvl="1"/>
            <a:r>
              <a:t>Cupiditate magni iure.</a:t>
            </a:r>
          </a:p>
          <a:p>
            <a:pPr lvl="2"/>
            <a:r>
              <a:t>Atque eaque sequi.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Visualize Compelling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Accusamus eos perferendis corporis sapiente distinctio.</a:t>
            </a:r>
          </a:p>
          <a:p>
            <a:pPr lvl="1"/>
            <a:r>
              <a:t>Tempora iusto qui aliquid optio.</a:t>
            </a:r>
          </a:p>
          <a:p>
            <a:pPr lvl="2"/>
            <a:r>
              <a:t>Quod laboriosam dicta impedit nemo repudiandae ullam.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