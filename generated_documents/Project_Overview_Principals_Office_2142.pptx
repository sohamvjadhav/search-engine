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Principal's Office</a:t>
            </a:r>
          </a:p>
          <a:p>
            <a:r>
              <a:t>Presented by: Udant Banik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Empower Granular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Culpa doloremque rerum error consequuntur.</a:t>
            </a:r>
          </a:p>
          <a:p>
            <a:pPr lvl="1"/>
            <a:r>
              <a:t>Ducimus recusandae quos quidem exercitationem minus.</a:t>
            </a:r>
          </a:p>
          <a:p>
            <a:pPr lvl="2"/>
            <a:r>
              <a:t>Sint reiciendis hic.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Synergize Front-End Synergies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Eum magnam quasi non quis.</a:t>
            </a:r>
          </a:p>
          <a:p>
            <a:pPr lvl="1"/>
            <a:r>
              <a:t>Adipisci iusto quae ipsum sequi tempora.</a:t>
            </a:r>
          </a:p>
          <a:p>
            <a:pPr lvl="2"/>
            <a:r>
              <a:t>Et modi quidem.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Engage Compelling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Delectus minus culpa ducimus.</a:t>
            </a:r>
          </a:p>
          <a:p>
            <a:pPr lvl="1"/>
            <a:r>
              <a:t>Praesentium odit natus ut vitae esse fuga.</a:t>
            </a:r>
          </a:p>
          <a:p>
            <a:pPr lvl="2"/>
            <a:r>
              <a:t>Rem optio a minus.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