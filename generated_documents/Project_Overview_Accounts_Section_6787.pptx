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Samarth Group of Institutions College of Engineering</a:t>
            </a:r>
          </a:p>
          <a:p>
            <a:r>
              <a:t>Accounts Section</a:t>
            </a:r>
          </a:p>
          <a:p>
            <a:r>
              <a:t>Presented by: Vrishti Murty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Reinvent Granular Paradigms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Quasi vitae delectus dignissimos molestias reprehenderit magni.</a:t>
            </a:r>
          </a:p>
          <a:p>
            <a:pPr lvl="1"/>
            <a:r>
              <a:t>Ipsa reiciendis similique omnis debitis debitis praesentium accusantium.</a:t>
            </a:r>
          </a:p>
          <a:p>
            <a:pPr lvl="2"/>
            <a:r>
              <a:t>Blanditiis asperiores accusamus nemo.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Enhance One-To-One E-Services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Occaecati laboriosam alias.</a:t>
            </a:r>
          </a:p>
          <a:p>
            <a:pPr lvl="1"/>
            <a:r>
              <a:t>Dolorum eligendi perferendis consequuntur inventore ex at soluta.</a:t>
            </a:r>
          </a:p>
          <a:p>
            <a:pPr lvl="2"/>
            <a:r>
              <a:t>Minus totam adipisci accusamus perspiciatis nesciunt molestias.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Transform Interactive Convergence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Porro culpa possimus veniam maxime.</a:t>
            </a:r>
          </a:p>
          <a:p>
            <a:pPr lvl="1"/>
            <a:r>
              <a:t>Ad cum aspernatur qui possimus.</a:t>
            </a:r>
          </a:p>
          <a:p>
            <a:pPr lvl="2"/>
            <a:r>
              <a:t>Officia eius iure eligendi corrupti expedita.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