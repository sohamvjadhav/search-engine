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Principal's Office</a:t>
            </a:r>
          </a:p>
          <a:p>
            <a:r>
              <a:t>Presented by: Pahal Sibal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Disintermediate Enterprise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Suscipit alias nemo voluptatum.</a:t>
            </a:r>
          </a:p>
          <a:p>
            <a:pPr lvl="1"/>
            <a:r>
              <a:t>Laudantium nostrum esse vel asperiores distinctio quo.</a:t>
            </a:r>
          </a:p>
          <a:p>
            <a:pPr lvl="2"/>
            <a:r>
              <a:t>Molestias ipsum eaque eligendi repellat totam veniam.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Grow Efficient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Officiis non voluptatem facilis dolor perferendis.</a:t>
            </a:r>
          </a:p>
          <a:p>
            <a:pPr lvl="1"/>
            <a:r>
              <a:t>Debitis earum ullam soluta iste consequuntur.</a:t>
            </a:r>
          </a:p>
          <a:p>
            <a:pPr lvl="2"/>
            <a:r>
              <a:t>Magnam ipsa blanditiis harum iusto adipisci.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Integrate 24/365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Exercitationem deleniti aspernatur eligendi dicta porro.</a:t>
            </a:r>
          </a:p>
          <a:p>
            <a:pPr lvl="1"/>
            <a:r>
              <a:t>Ipsum placeat vitae.</a:t>
            </a:r>
          </a:p>
          <a:p>
            <a:pPr lvl="2"/>
            <a:r>
              <a:t>Blanditiis aperiam quisquam labore.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