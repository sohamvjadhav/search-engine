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Artificial Intelligence &amp; Data Science</a:t>
            </a:r>
          </a:p>
          <a:p>
            <a:r>
              <a:t>Presented by: Xalak Chand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Facilitate Interactive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Illum distinctio quam.</a:t>
            </a:r>
          </a:p>
          <a:p>
            <a:pPr lvl="1"/>
            <a:r>
              <a:t>Facilis quos alias nemo.</a:t>
            </a:r>
          </a:p>
          <a:p>
            <a:pPr lvl="2"/>
            <a:r>
              <a:t>Officia cumque itaque excepturi.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Productize Efficient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Nihil voluptatibus modi.</a:t>
            </a:r>
          </a:p>
          <a:p>
            <a:pPr lvl="1"/>
            <a:r>
              <a:t>Vero possimus velit esse expedita.</a:t>
            </a:r>
          </a:p>
          <a:p>
            <a:pPr lvl="2"/>
            <a:r>
              <a:t>Culpa in rem sapiente distinctio consequatur suscipit.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Morph Scalable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 ipsum vero dignissimos corrupti sequi.</a:t>
            </a:r>
          </a:p>
          <a:p>
            <a:pPr lvl="1"/>
            <a:r>
              <a:t>Aspernatur vel adipisci cum minima quod.</a:t>
            </a:r>
          </a:p>
          <a:p>
            <a:pPr lvl="2"/>
            <a:r>
              <a:t>Quae dolorum suscipit porro occaecati cumque.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