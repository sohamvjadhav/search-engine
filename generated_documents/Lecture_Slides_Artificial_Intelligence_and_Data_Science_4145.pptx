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Lecture Slides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Samarth Group of Institutions College of Engineering</a:t>
            </a:r>
          </a:p>
          <a:p>
            <a:r>
              <a:t>Artificial Intelligence &amp; Data Science</a:t>
            </a:r>
          </a:p>
          <a:p>
            <a:r>
              <a:t>Presented by: Jeet Sur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1: Leverage Dynamic E-Business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Consectetur harum rem.</a:t>
            </a:r>
          </a:p>
          <a:p>
            <a:pPr lvl="1"/>
            <a:r>
              <a:t>Sed animi veritatis cupiditate architecto error eum.</a:t>
            </a:r>
          </a:p>
          <a:p>
            <a:pPr lvl="2"/>
            <a:r>
              <a:t>Itaque at iusto harum itaque consequuntur.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2: Unleash Efficient Convergence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aut harum dicta.</a:t>
            </a:r>
          </a:p>
          <a:p>
            <a:pPr lvl="1"/>
            <a:r>
              <a:t>Impedit officia neque provident.</a:t>
            </a:r>
          </a:p>
          <a:p>
            <a:pPr lvl="2"/>
            <a:r>
              <a:t>Esse debitis laborum facilis tempora.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3: Re-Intermediate Granular Architectures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Ratione quo beatae in.</a:t>
            </a:r>
          </a:p>
          <a:p>
            <a:pPr lvl="1"/>
            <a:r>
              <a:t>Porro inventore dignissimos laborum vero impedit.</a:t>
            </a:r>
          </a:p>
          <a:p>
            <a:pPr lvl="2"/>
            <a:r>
              <a:t>Repudiandae iste ipsum natus ullam maxime officiis ullam.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