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Training &amp; Placement Cell</a:t>
            </a:r>
          </a:p>
          <a:p>
            <a:r>
              <a:t>Presented by: Naveen Tripathi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Mesh Magnetic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Facere dicta blanditiis necessitatibus est ab dolore.</a:t>
            </a:r>
          </a:p>
          <a:p>
            <a:pPr lvl="1"/>
            <a:r>
              <a:t>Nesciunt animi totam dicta modi eveniet.</a:t>
            </a:r>
          </a:p>
          <a:p>
            <a:pPr lvl="2"/>
            <a:r>
              <a:t>Maiores cum numquam quibusdam placeat quae minima.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Envisioneer Bricks-And-Clicks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Quaerat fugit aut veniam cupiditate consectetur.</a:t>
            </a:r>
          </a:p>
          <a:p>
            <a:pPr lvl="1"/>
            <a:r>
              <a:t>Corporis assumenda rerum quod eum tempora.</a:t>
            </a:r>
          </a:p>
          <a:p>
            <a:pPr lvl="2"/>
            <a:r>
              <a:t>Ea quis laudantium corrupti ratione provident.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Incubate Proactive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Culpa blanditiis consequuntur.</a:t>
            </a:r>
          </a:p>
          <a:p>
            <a:pPr lvl="1"/>
            <a:r>
              <a:t>Occaecati porro qui a iure necessitatibus.</a:t>
            </a:r>
          </a:p>
          <a:p>
            <a:pPr lvl="2"/>
            <a:r>
              <a:t>Debitis in cum illum.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