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Library</a:t>
            </a:r>
          </a:p>
          <a:p>
            <a:r>
              <a:t>Presented by: Gopal Ranganathan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Implement Interactive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Fugit mollitia voluptate culpa numquam adipisci quas.</a:t>
            </a:r>
          </a:p>
          <a:p>
            <a:pPr lvl="1"/>
            <a:r>
              <a:t>Autem enim accusantium aperiam rerum ipsum modi.</a:t>
            </a:r>
          </a:p>
          <a:p>
            <a:pPr lvl="2"/>
            <a:r>
              <a:t>Vero at laborum dignissimos consectetur.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Mesh Clicks-And-Mortar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Commodi at quas corporis unde error ipsum.</a:t>
            </a:r>
          </a:p>
          <a:p>
            <a:pPr lvl="1"/>
            <a:r>
              <a:t>Similique fuga recusandae.</a:t>
            </a:r>
          </a:p>
          <a:p>
            <a:pPr lvl="2"/>
            <a:r>
              <a:t>Iste expedita exercitationem nihil possimus 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Deliver Value-Added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Aliquid dolorum eos laudantium unde cum consequatur.</a:t>
            </a:r>
          </a:p>
          <a:p>
            <a:pPr lvl="1"/>
            <a:r>
              <a:t>Quam dignissimos iste asperiores quas enim explicabo.</a:t>
            </a:r>
          </a:p>
          <a:p>
            <a:pPr lvl="2"/>
            <a:r>
              <a:t>Ducimus voluptatum accusamus voluptatibus.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