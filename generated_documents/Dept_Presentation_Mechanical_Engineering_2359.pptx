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Mechanical Engineering</a:t>
            </a:r>
          </a:p>
          <a:p>
            <a:r>
              <a:t>Presented by: Nachiket Lanka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Implement Enterprise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Laboriosam voluptatum pariatur.</a:t>
            </a:r>
          </a:p>
          <a:p>
            <a:pPr lvl="1"/>
            <a:r>
              <a:t>Fuga iusto expedita sequi laboriosam at facilis ex.</a:t>
            </a:r>
          </a:p>
          <a:p>
            <a:pPr lvl="2"/>
            <a:r>
              <a:t>Hic quos perspiciatis.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Syndicate Virtual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Mollitia repellat aliquid asperiores.</a:t>
            </a:r>
          </a:p>
          <a:p>
            <a:pPr lvl="1"/>
            <a:r>
              <a:t>Magnam magni animi officia quia corporis.</a:t>
            </a:r>
          </a:p>
          <a:p>
            <a:pPr lvl="2"/>
            <a:r>
              <a:t>Totam labore a a eveniet rerum.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Optimize Visionary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est ipsum molestiae aliquid.</a:t>
            </a:r>
          </a:p>
          <a:p>
            <a:pPr lvl="1"/>
            <a:r>
              <a:t>Porro tempora laudantium eos consectetur tempora officia.</a:t>
            </a:r>
          </a:p>
          <a:p>
            <a:pPr lvl="2"/>
            <a:r>
              <a:t>Nostrum cupiditate cupiditate reprehenderit.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