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Hostel Office</a:t>
            </a:r>
          </a:p>
          <a:p>
            <a:r>
              <a:t>Presented by: Diya Chaudhari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Scale Plug-And-Play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Natus repellat quam voluptate.</a:t>
            </a:r>
          </a:p>
          <a:p>
            <a:pPr lvl="1"/>
            <a:r>
              <a:t>Id soluta iste velit molestias aliquam minima.</a:t>
            </a:r>
          </a:p>
          <a:p>
            <a:pPr lvl="2"/>
            <a:r>
              <a:t>Blanditiis reprehenderit veniam iure.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Scale Out-Of-The-Box Web-Readiness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Ipsum repudiandae aut iusto.</a:t>
            </a:r>
          </a:p>
          <a:p>
            <a:pPr lvl="1"/>
            <a:r>
              <a:t>Totam commodi illo quibusdam quos asperiores ipsam.</a:t>
            </a:r>
          </a:p>
          <a:p>
            <a:pPr lvl="2"/>
            <a:r>
              <a:t>Vero totam omnis quia quae perferendis quas nisi.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Embrace Virtual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Reiciendis ut voluptate modi.</a:t>
            </a:r>
          </a:p>
          <a:p>
            <a:pPr lvl="1"/>
            <a:r>
              <a:t>Vero praesentium ea eius porro.</a:t>
            </a:r>
          </a:p>
          <a:p>
            <a:pPr lvl="2"/>
            <a:r>
              <a:t>Sed sapiente animi 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