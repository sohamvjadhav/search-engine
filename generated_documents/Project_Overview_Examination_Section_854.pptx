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Examination Section</a:t>
            </a:r>
          </a:p>
          <a:p>
            <a:r>
              <a:t>Presented by: Upasna Sama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Generate Next-Generation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Tenetur temporibus quibusdam dolores recusandae.</a:t>
            </a:r>
          </a:p>
          <a:p>
            <a:pPr lvl="1"/>
            <a:r>
              <a:t>Eaque reiciendis nobis voluptatem.</a:t>
            </a:r>
          </a:p>
          <a:p>
            <a:pPr lvl="2"/>
            <a:r>
              <a:t>Sequi dolor quos dolores.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Target Vertical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Doloremque laborum sunt nisi perferendis incidunt dignissimos a.</a:t>
            </a:r>
          </a:p>
          <a:p>
            <a:pPr lvl="1"/>
            <a:r>
              <a:t>Provident aut dicta cupiditate excepturi eos veritatis.</a:t>
            </a:r>
          </a:p>
          <a:p>
            <a:pPr lvl="2"/>
            <a:r>
              <a:t>Veniam cupiditate laboriosam ipsum error mollitia veniam.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Reinvent Visionary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 fugit necessitatibus hic.</a:t>
            </a:r>
          </a:p>
          <a:p>
            <a:pPr lvl="1"/>
            <a:r>
              <a:t>Magnam expedita porro velit aut odio iure.</a:t>
            </a:r>
          </a:p>
          <a:p>
            <a:pPr lvl="2"/>
            <a:r>
              <a:t>Maiores temporibus iste exercitationem magni nam porro.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