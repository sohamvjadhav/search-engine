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Dept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Computer Engineering</a:t>
            </a:r>
          </a:p>
          <a:p>
            <a:r>
              <a:t>Presented by: Nisha Bhardwaj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Extend Scalable E-Markets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Officia omnis officia eius.</a:t>
            </a:r>
          </a:p>
          <a:p>
            <a:pPr lvl="1"/>
            <a:r>
              <a:t>Libero fugit quas quod laboriosam consequuntur.</a:t>
            </a:r>
          </a:p>
          <a:p>
            <a:pPr lvl="2"/>
            <a:r>
              <a:t>Recusandae ad nesciunt inventore officiis voluptatem.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Synergize Customized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Vitae suscipit eveniet accusantium alias.</a:t>
            </a:r>
          </a:p>
          <a:p>
            <a:pPr lvl="1"/>
            <a:r>
              <a:t>Cupiditate labore dolorem fugit temporibus.</a:t>
            </a:r>
          </a:p>
          <a:p>
            <a:pPr lvl="2"/>
            <a:r>
              <a:t>Hic voluptatem rem.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Visualize Extensible Vortals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Temporibus laudantium dolor iure voluptas itaque inventore praesentium.</a:t>
            </a:r>
          </a:p>
          <a:p>
            <a:pPr lvl="1"/>
            <a:r>
              <a:t>Doloremque ad officia similique eum.</a:t>
            </a:r>
          </a:p>
          <a:p>
            <a:pPr lvl="2"/>
            <a:r>
              <a:t>Incidunt optio officia.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