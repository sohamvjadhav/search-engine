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Dept Presentation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Samarth Group of Institutions College of Engineering</a:t>
            </a:r>
          </a:p>
          <a:p>
            <a:r>
              <a:t>Examination Section</a:t>
            </a:r>
          </a:p>
          <a:p>
            <a:r>
              <a:t>Presented by: Oni Bail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1: Revolutionize Cutting-Edge Vortals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Amet molestiae vero quasi.</a:t>
            </a:r>
          </a:p>
          <a:p>
            <a:pPr lvl="1"/>
            <a:r>
              <a:t>Eligendi error maiores fugit totam.</a:t>
            </a:r>
          </a:p>
          <a:p>
            <a:pPr lvl="2"/>
            <a:r>
              <a:t>Natus sapiente aut expedita.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2: Re-Contextualize Integrated Mindshare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Eveniet eaque laboriosam totam consequuntur ipsam.</a:t>
            </a:r>
          </a:p>
          <a:p>
            <a:pPr lvl="1"/>
            <a:r>
              <a:t>Assumenda veritatis non quae.</a:t>
            </a:r>
          </a:p>
          <a:p>
            <a:pPr lvl="2"/>
            <a:r>
              <a:t>Molestiae explicabo modi iste.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Topic 3: Syndicate Visionary Paradigms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Eius dignissimos dolorem ullam reiciendis blanditiis.</a:t>
            </a:r>
          </a:p>
          <a:p>
            <a:pPr lvl="1"/>
            <a:r>
              <a:t>Facilis dolore aliquid at vero quaerat.</a:t>
            </a:r>
          </a:p>
          <a:p>
            <a:pPr lvl="2"/>
            <a:r>
              <a:t>Eveniet labore et id earum.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