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MBA</a:t>
            </a:r>
          </a:p>
          <a:p>
            <a:r>
              <a:t>Presented by: Niharika Misra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Matrix Proactive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 quasi vitae incidunt.</a:t>
            </a:r>
          </a:p>
          <a:p>
            <a:pPr lvl="1"/>
            <a:r>
              <a:t>Quisquam consequatur dicta nostrum praesentium repudiandae.</a:t>
            </a:r>
          </a:p>
          <a:p>
            <a:pPr lvl="2"/>
            <a:r>
              <a:t>Molestiae voluptatum exercitationem sint 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Brand Cross-Platform Supply-Chains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Distinctio veritatis dolores beatae.</a:t>
            </a:r>
          </a:p>
          <a:p>
            <a:pPr lvl="1"/>
            <a:r>
              <a:t>Officiis voluptatibus iusto expedita laboriosam fuga sunt.</a:t>
            </a:r>
          </a:p>
          <a:p>
            <a:pPr lvl="2"/>
            <a:r>
              <a:t>Ea cum perferendis temporibus nihil debitis.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Embrace One-To-One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Ut ullam sunt neque iusto sapiente repellat.</a:t>
            </a:r>
          </a:p>
          <a:p>
            <a:pPr lvl="1"/>
            <a:r>
              <a:t>Enim quis inventore.</a:t>
            </a:r>
          </a:p>
          <a:p>
            <a:pPr lvl="2"/>
            <a:r>
              <a:t>Vitae tempore hic labore officiis hic.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