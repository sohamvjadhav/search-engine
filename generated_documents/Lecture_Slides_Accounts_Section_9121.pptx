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Accounts Section</a:t>
            </a:r>
          </a:p>
          <a:p>
            <a:r>
              <a:t>Presented by: Shravya Banerjee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Streamline Bricks-And-Clicks E-Services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Dolores quis veritatis dolores.</a:t>
            </a:r>
          </a:p>
          <a:p>
            <a:pPr lvl="1"/>
            <a:r>
              <a:t>In libero quidem similique.</a:t>
            </a:r>
          </a:p>
          <a:p>
            <a:pPr lvl="2"/>
            <a:r>
              <a:t>Voluptate enim culpa ducimus dolorem.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Streamline Customized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Maiores minima ab cupiditate.</a:t>
            </a:r>
          </a:p>
          <a:p>
            <a:pPr lvl="1"/>
            <a:r>
              <a:t>Dignissimos tempora expedita vitae saepe aliquid rem.</a:t>
            </a:r>
          </a:p>
          <a:p>
            <a:pPr lvl="2"/>
            <a:r>
              <a:t>Necessitatibus possimus nesciunt dolor laboriosam repellat fugiat.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Incubate Web-Enabled Eyeballs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Fugit deserunt distinctio modi.</a:t>
            </a:r>
          </a:p>
          <a:p>
            <a:pPr lvl="1"/>
            <a:r>
              <a:t>Deleniti aut iure atque.</a:t>
            </a:r>
          </a:p>
          <a:p>
            <a:pPr lvl="2"/>
            <a:r>
              <a:t>Iure facilis nemo odit cumque.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