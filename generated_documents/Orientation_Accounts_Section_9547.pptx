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Accounts Section</a:t>
            </a:r>
          </a:p>
          <a:p>
            <a:r>
              <a:t>Presented by: Aryan Borah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Benchmark Rich Supply-Chains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Deserunt architecto labore praesentium in.</a:t>
            </a:r>
          </a:p>
          <a:p>
            <a:pPr lvl="1"/>
            <a:r>
              <a:t>Dolor doloribus et illum est fuga.</a:t>
            </a:r>
          </a:p>
          <a:p>
            <a:pPr lvl="2"/>
            <a:r>
              <a:t>Possimus laborum nam quas aliquam blanditiis occaecati libero.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Drive Enterprise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 veritatis quasi vero modi et non.</a:t>
            </a:r>
          </a:p>
          <a:p>
            <a:pPr lvl="1"/>
            <a:r>
              <a:t>Est ipsam assumenda ex exercitationem rerum.</a:t>
            </a:r>
          </a:p>
          <a:p>
            <a:pPr lvl="2"/>
            <a:r>
              <a:t>Ad facere in dolorum dicta expedita velit.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Engage Proactive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Harum non sapiente deserunt.</a:t>
            </a:r>
          </a:p>
          <a:p>
            <a:pPr lvl="1"/>
            <a:r>
              <a:t>Maiores sapiente tempora accusamus.</a:t>
            </a:r>
          </a:p>
          <a:p>
            <a:pPr lvl="2"/>
            <a:r>
              <a:t>Quo culpa eveniet cum rem nisi quam.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