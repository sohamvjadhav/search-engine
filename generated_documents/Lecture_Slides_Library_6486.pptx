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Library</a:t>
            </a:r>
          </a:p>
          <a:p>
            <a:r>
              <a:t>Presented by: Zinal Madan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Leverage Strategic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Voluptatibus minima natus suscipit in.</a:t>
            </a:r>
          </a:p>
          <a:p>
            <a:pPr lvl="1"/>
            <a:r>
              <a:t>Est aliquid perspiciatis.</a:t>
            </a:r>
          </a:p>
          <a:p>
            <a:pPr lvl="2"/>
            <a:r>
              <a:t>Dolore quas quaerat.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Morph Out-Of-The-Box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Aliquid quidem facere qui quia.</a:t>
            </a:r>
          </a:p>
          <a:p>
            <a:pPr lvl="1"/>
            <a:r>
              <a:t>Accusamus ullam dicta quis atque rem minus ut.</a:t>
            </a:r>
          </a:p>
          <a:p>
            <a:pPr lvl="2"/>
            <a:r>
              <a:t>Nobis facilis cupiditate velit necessitatibus vero.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Re-Contextualize Strategic E-Business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Velit placeat distinctio ipsum.</a:t>
            </a:r>
          </a:p>
          <a:p>
            <a:pPr lvl="1"/>
            <a:r>
              <a:t>Porro quibusdam nostrum doloremque voluptatem modi.</a:t>
            </a:r>
          </a:p>
          <a:p>
            <a:pPr lvl="2"/>
            <a:r>
              <a:t>Eum quibusdam suscipit iusto.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