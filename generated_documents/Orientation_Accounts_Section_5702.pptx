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Accounts Section</a:t>
            </a:r>
          </a:p>
          <a:p>
            <a:r>
              <a:t>Presented by: Yagnesh Palla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Enhance Enterprise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Aperiam vero ratione provident temporibus necessitatibus repellat.</a:t>
            </a:r>
          </a:p>
          <a:p>
            <a:pPr lvl="1"/>
            <a:r>
              <a:t>Eius cupiditate commodi.</a:t>
            </a:r>
          </a:p>
          <a:p>
            <a:pPr lvl="2"/>
            <a:r>
              <a:t>Deserunt recusandae ex consectetur minus sequi.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Redefine Proactive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Excepturi deleniti aliquid natus nesciunt.</a:t>
            </a:r>
          </a:p>
          <a:p>
            <a:pPr lvl="1"/>
            <a:r>
              <a:t>Eum quas ratione fugit nulla necessitatibus.</a:t>
            </a:r>
          </a:p>
          <a:p>
            <a:pPr lvl="2"/>
            <a:r>
              <a:t>Nesciunt laboriosam consectetur consequuntur.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Re-Contextualize 24/7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Necessitatibus praesentium non eos vitae nobis.</a:t>
            </a:r>
          </a:p>
          <a:p>
            <a:pPr lvl="1"/>
            <a:r>
              <a:t>Minima omnis beatae cumque placeat.</a:t>
            </a:r>
          </a:p>
          <a:p>
            <a:pPr lvl="2"/>
            <a:r>
              <a:t>Voluptates omnis ab unde voluptatem quod nostrum.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