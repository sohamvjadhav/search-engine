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Orientation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Principal's Office</a:t>
            </a:r>
          </a:p>
          <a:p>
            <a:r>
              <a:t>Presented by: Ekiya Dash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Leverage Impactful Communities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Suscipit error rerum fugiat modi illum.</a:t>
            </a:r>
          </a:p>
          <a:p>
            <a:pPr lvl="1"/>
            <a:r>
              <a:t>Deleniti repudiandae libero excepturi accusamus fugit cumque.</a:t>
            </a:r>
          </a:p>
          <a:p>
            <a:pPr lvl="2"/>
            <a:r>
              <a:t>Veniam odio repudiandae eaque.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Unleash Compelling Web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Quaerat corrupti alias porro dignissimos vel atque.</a:t>
            </a:r>
          </a:p>
          <a:p>
            <a:pPr lvl="1"/>
            <a:r>
              <a:t>Eveniet explicabo quisquam eligendi labore repellat quia quaerat.</a:t>
            </a:r>
          </a:p>
          <a:p>
            <a:pPr lvl="2"/>
            <a:r>
              <a:t>Facere cumque ad recusandae repudiandae facere.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Scale 24/7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Sed sequi voluptate explicabo deserunt.</a:t>
            </a:r>
          </a:p>
          <a:p>
            <a:pPr lvl="1"/>
            <a:r>
              <a:t>Quae tenetur culpa non eius tenetur consectetur.</a:t>
            </a:r>
          </a:p>
          <a:p>
            <a:pPr lvl="2"/>
            <a:r>
              <a:t>Praesentium voluptatem optio incidunt eos debitis.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