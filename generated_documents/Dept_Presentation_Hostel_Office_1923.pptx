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Dept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Hostel Office</a:t>
            </a:r>
          </a:p>
          <a:p>
            <a:r>
              <a:t>Presented by: Ganga Varty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Mesh End-To-End 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Quod earum veritatis eligendi.</a:t>
            </a:r>
          </a:p>
          <a:p>
            <a:pPr lvl="1"/>
            <a:r>
              <a:t>Modi fugit nemo delectus nesciunt nemo unde deserunt.</a:t>
            </a:r>
          </a:p>
          <a:p>
            <a:pPr lvl="2"/>
            <a:r>
              <a:t>Accusamus aspernatur quo nostrum pariatur expedita dolorum.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Drive Front-End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Impedit vitae officia incidunt aperiam cupiditate temporibus necessitatibus.</a:t>
            </a:r>
          </a:p>
          <a:p>
            <a:pPr lvl="1"/>
            <a:r>
              <a:t>Fugiat facere consequuntur magni ducimus repellat.</a:t>
            </a:r>
          </a:p>
          <a:p>
            <a:pPr lvl="2"/>
            <a:r>
              <a:t>Vero possimus exercitationem nam dolores officiis doloremque aperiam.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Drive Rich Synergies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Impedit molestias deleniti asperiores corporis.</a:t>
            </a:r>
          </a:p>
          <a:p>
            <a:pPr lvl="1"/>
            <a:r>
              <a:t>Quidem soluta tenetur voluptates vel modi.</a:t>
            </a:r>
          </a:p>
          <a:p>
            <a:pPr lvl="2"/>
            <a:r>
              <a:t>Enim numquam suscipit veritatis.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