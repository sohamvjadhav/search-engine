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Student Section</a:t>
            </a:r>
          </a:p>
          <a:p>
            <a:r>
              <a:t>Presented by: Hemangini Wason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Repurpose Vertical Vortals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 rem fugit ducimus repellendus aliquam.</a:t>
            </a:r>
          </a:p>
          <a:p>
            <a:pPr lvl="1"/>
            <a:r>
              <a:t>Autem voluptatem consequuntur aperiam illum.</a:t>
            </a:r>
          </a:p>
          <a:p>
            <a:pPr lvl="2"/>
            <a:r>
              <a:t>Earum deserunt occaecati nesciunt soluta amet quasi.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Mesh Open-Source Eyeballs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Inventore ab eaque illum nihil tempore.</a:t>
            </a:r>
          </a:p>
          <a:p>
            <a:pPr lvl="1"/>
            <a:r>
              <a:t>Molestias amet ut a.</a:t>
            </a:r>
          </a:p>
          <a:p>
            <a:pPr lvl="2"/>
            <a:r>
              <a:t>Optio repudiandae quasi quo consequatur enim doloribus.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Optimize Dot-Com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Voluptatibus quos nostrum praesentium fuga quos.</a:t>
            </a:r>
          </a:p>
          <a:p>
            <a:pPr lvl="1"/>
            <a:r>
              <a:t>Modi unde amet repudiandae dignissimos.</a:t>
            </a:r>
          </a:p>
          <a:p>
            <a:pPr lvl="2"/>
            <a:r>
              <a:t>Sit sequi eveniet expedita numquam.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