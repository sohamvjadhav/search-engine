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Student Section</a:t>
            </a:r>
          </a:p>
          <a:p>
            <a:r>
              <a:t>Presented by: Faras Morar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Enable Vertical E-Services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 eligendi asperiores.</a:t>
            </a:r>
          </a:p>
          <a:p>
            <a:pPr lvl="1"/>
            <a:r>
              <a:t>Eligendi minima quisquam possimus.</a:t>
            </a:r>
          </a:p>
          <a:p>
            <a:pPr lvl="2"/>
            <a:r>
              <a:t>Ipsa culpa nulla.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E-Enable Innovative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Dolorum praesentium officia qui tempora voluptatem ea.</a:t>
            </a:r>
          </a:p>
          <a:p>
            <a:pPr lvl="1"/>
            <a:r>
              <a:t>Ut incidunt omnis quia sed quod.</a:t>
            </a:r>
          </a:p>
          <a:p>
            <a:pPr lvl="2"/>
            <a:r>
              <a:t>Enim esse minus delectus iure praesentium quibusdam.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Brand Synergistic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Maxime inventore explicabo.</a:t>
            </a:r>
          </a:p>
          <a:p>
            <a:pPr lvl="1"/>
            <a:r>
              <a:t>Laborum nemo quisquam molestias.</a:t>
            </a:r>
          </a:p>
          <a:p>
            <a:pPr lvl="2"/>
            <a:r>
              <a:t>Quo expedita omnis quod ipsa.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