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Principal's Office</a:t>
            </a:r>
          </a:p>
          <a:p>
            <a:r>
              <a:t>Presented by: Jeevika Borra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Repurpose Leading-Edge Communities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Facere facilis tempore consectetur rerum aspernatur rerum.</a:t>
            </a:r>
          </a:p>
          <a:p>
            <a:pPr lvl="1"/>
            <a:r>
              <a:t>Suscipit iure odit illum a ratione.</a:t>
            </a:r>
          </a:p>
          <a:p>
            <a:pPr lvl="2"/>
            <a:r>
              <a:t>Inventore et quis deserunt dolorem saepe.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Streamline B2C 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Iusto maxime saepe cum error.</a:t>
            </a:r>
          </a:p>
          <a:p>
            <a:pPr lvl="1"/>
            <a:r>
              <a:t>Repudiandae nihil inventore ipsum.</a:t>
            </a:r>
          </a:p>
          <a:p>
            <a:pPr lvl="2"/>
            <a:r>
              <a:t>Maxime amet a inventore veniam voluptates laborum.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Evolve Open-Source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 exercitationem quod ab labore quibusdam mollitia.</a:t>
            </a:r>
          </a:p>
          <a:p>
            <a:pPr lvl="1"/>
            <a:r>
              <a:t>Reiciendis nam odio quasi perferendis.</a:t>
            </a:r>
          </a:p>
          <a:p>
            <a:pPr lvl="2"/>
            <a:r>
              <a:t>Quod aliquam eveniet odio officia aliquam fuga.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