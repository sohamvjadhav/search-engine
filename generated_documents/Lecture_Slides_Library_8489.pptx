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Library</a:t>
            </a:r>
          </a:p>
          <a:p>
            <a:r>
              <a:t>Presented by: Shravya Puri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Morph B2B Info-Mediaries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Amet saepe cupiditate qui praesentium velit.</a:t>
            </a:r>
          </a:p>
          <a:p>
            <a:pPr lvl="1"/>
            <a:r>
              <a:t>Aperiam exercitationem animi corporis.</a:t>
            </a:r>
          </a:p>
          <a:p>
            <a:pPr lvl="2"/>
            <a:r>
              <a:t>Recusandae officiis molestiae ducimus enim.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Transform Vertical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Iste accusantium sit fugit.</a:t>
            </a:r>
          </a:p>
          <a:p>
            <a:pPr lvl="1"/>
            <a:r>
              <a:t>Sed sed enim et assumenda fuga id earum.</a:t>
            </a:r>
          </a:p>
          <a:p>
            <a:pPr lvl="2"/>
            <a:r>
              <a:t>Blanditiis mollitia possimus recusandae ipsam modi.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Reinvent Bleeding-Edge Info-Mediaries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Harum voluptatem laudantium velit enim repellat.</a:t>
            </a:r>
          </a:p>
          <a:p>
            <a:pPr lvl="1"/>
            <a:r>
              <a:t>Expedita fugit sapiente ex eligendi magni veritatis.</a:t>
            </a:r>
          </a:p>
          <a:p>
            <a:pPr lvl="2"/>
            <a:r>
              <a:t>Assumenda facere commodi eligendi.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