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Civil Engineering</a:t>
            </a:r>
          </a:p>
          <a:p>
            <a:r>
              <a:t>Presented by: Reva Sastry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Seize Compelling Supply-Chains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Ipsam occaecati eaque sit.</a:t>
            </a:r>
          </a:p>
          <a:p>
            <a:pPr lvl="1"/>
            <a:r>
              <a:t>Ipsam porro nostrum quo veritatis eum.</a:t>
            </a:r>
          </a:p>
          <a:p>
            <a:pPr lvl="2"/>
            <a:r>
              <a:t>Veniam corporis architecto fugiat facilis 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Brand Proactive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Pariatur delectus facere non in fugit incidunt.</a:t>
            </a:r>
          </a:p>
          <a:p>
            <a:pPr lvl="1"/>
            <a:r>
              <a:t>Cum expedita eligendi laborum doloribus esse assumenda.</a:t>
            </a:r>
          </a:p>
          <a:p>
            <a:pPr lvl="2"/>
            <a:r>
              <a:t>Porro maxime fuga nam.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Drive Clicks-And-Mortar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Earum porro corporis mollitia porro.</a:t>
            </a:r>
          </a:p>
          <a:p>
            <a:pPr lvl="1"/>
            <a:r>
              <a:t>Sed aliquid animi eaque provident dolor inventore.</a:t>
            </a:r>
          </a:p>
          <a:p>
            <a:pPr lvl="2"/>
            <a:r>
              <a:t>Sunt laborum esse eius non 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