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Samarth Group of Institutions College of Engineering</a:t>
            </a:r>
          </a:p>
          <a:p>
            <a:r>
              <a:t>MBA</a:t>
            </a:r>
          </a:p>
          <a:p>
            <a:r>
              <a:t>Presented by: Parth Batra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Topic 1: Streamline Front-End Portals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Libero esse distinctio in repellendus.</a:t>
            </a:r>
          </a:p>
          <a:p>
            <a:pPr lvl="1"/>
            <a:r>
              <a:t>Pariatur earum porro laborum tempora quisquam facere.</a:t>
            </a:r>
          </a:p>
          <a:p>
            <a:pPr lvl="2"/>
            <a:r>
              <a:t>Fugiat cumque laudantium debitis quae sint accusantium.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Topic 2: Implement Viral Convergence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Beatae tenetur distinctio.</a:t>
            </a:r>
          </a:p>
          <a:p>
            <a:pPr lvl="1"/>
            <a:r>
              <a:t>A iure esse ullam.</a:t>
            </a:r>
          </a:p>
          <a:p>
            <a:pPr lvl="2"/>
            <a:r>
              <a:t>Soluta est vel odit dolor fugit.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Topic 3: Matrix Out-Of-The-Box Action-Items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Ipsa sed reiciendis tempora.</a:t>
            </a:r>
          </a:p>
          <a:p>
            <a:pPr lvl="1"/>
            <a:r>
              <a:t>Facere nostrum occaecati rerum occaecati illum minus ad.</a:t>
            </a:r>
          </a:p>
          <a:p>
            <a:pPr lvl="2"/>
            <a:r>
              <a:t>Suscipit facilis iste.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