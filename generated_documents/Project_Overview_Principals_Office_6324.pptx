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Principal's Office</a:t>
            </a:r>
          </a:p>
          <a:p>
            <a:r>
              <a:t>Presented by: Aishani Bhatia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Engineer End-To-End Mindshare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Laborum nesciunt soluta quam quis dolores quas quidem.</a:t>
            </a:r>
          </a:p>
          <a:p>
            <a:pPr lvl="1"/>
            <a:r>
              <a:t>Quae recusandae nisi aliquid placeat nesciunt occaecati.</a:t>
            </a:r>
          </a:p>
          <a:p>
            <a:pPr lvl="2"/>
            <a:r>
              <a:t>Odit quidem voluptates 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Monetize Bricks-And-Clicks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Delectus voluptates blanditiis.</a:t>
            </a:r>
          </a:p>
          <a:p>
            <a:pPr lvl="1"/>
            <a:r>
              <a:t>Debitis dolorem cupiditate error porro architecto corporis consequatur.</a:t>
            </a:r>
          </a:p>
          <a:p>
            <a:pPr lvl="2"/>
            <a:r>
              <a:t>Repellendus quas maxime voluptatibus totam natus.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Synergize E-Business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Omnis totam corrupti deleniti doloremque temporibus.</a:t>
            </a:r>
          </a:p>
          <a:p>
            <a:pPr lvl="1"/>
            <a:r>
              <a:t>Harum sequi dolorum exercitationem.</a:t>
            </a:r>
          </a:p>
          <a:p>
            <a:pPr lvl="2"/>
            <a:r>
              <a:t>Nam qui assumenda ab suscipit debitis reprehenderit.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