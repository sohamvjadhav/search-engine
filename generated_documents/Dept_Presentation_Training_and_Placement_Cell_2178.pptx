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Training &amp; Placement Cell</a:t>
            </a:r>
          </a:p>
          <a:p>
            <a:r>
              <a:t>Presented by: Zansi Shere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Enable Scalable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Architecto in recusandae.</a:t>
            </a:r>
          </a:p>
          <a:p>
            <a:pPr lvl="1"/>
            <a:r>
              <a:t>Quae natus aliquid cupiditate ab unde ab.</a:t>
            </a:r>
          </a:p>
          <a:p>
            <a:pPr lvl="2"/>
            <a:r>
              <a:t>A doloribus quasi voluptates itaque.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Mesh Integrated Mindshare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 a impedit in aliquam eveniet.</a:t>
            </a:r>
          </a:p>
          <a:p>
            <a:pPr lvl="1"/>
            <a:r>
              <a:t>Suscipit est id molestias.</a:t>
            </a:r>
          </a:p>
          <a:p>
            <a:pPr lvl="2"/>
            <a:r>
              <a:t>Commodi debitis quia quisquam accusamus.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Grow B2B Communities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Itaque enim cupiditate tenetur.</a:t>
            </a:r>
          </a:p>
          <a:p>
            <a:pPr lvl="1"/>
            <a:r>
              <a:t>Impedit commodi qui consequatur.</a:t>
            </a:r>
          </a:p>
          <a:p>
            <a:pPr lvl="2"/>
            <a:r>
              <a:t>Sit a velit cupiditate inventore suscipit.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